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ritsejuwe" initials="T" lastIdx="1" clrIdx="0">
    <p:extLst>
      <p:ext uri="{19B8F6BF-5375-455C-9EA6-DF929625EA0E}">
        <p15:presenceInfo xmlns:p15="http://schemas.microsoft.com/office/powerpoint/2012/main" userId="7cae131f2ce0fc8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FEFCF-FD37-40E5-B004-7BD5DA68B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E7EE0-6849-47BB-8A9D-6BBE0258D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72270-DF71-49F4-A4B4-790CDD79A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C1B75-AC29-4002-A1BA-11A8C4892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B7BA7-B2E7-4A8A-8822-AE11C501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5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41F7-C199-478F-AECC-0052BF16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9F46B-71F9-4493-8FE3-5BA73E005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403C3-9B57-46CE-B4F4-52334881B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1F715-7B07-4DFF-8E58-70FBEE41D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497E9-3CA4-4D85-9A59-07EE359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27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52E4C-8A7F-4E04-B247-9DCA1919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DD08D-FB3E-4EF5-BE9F-F8D778FC3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53898-CA03-46F1-97F9-5594CADE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632A-1A1F-47E7-B79A-8179FC9B6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747B1-AADB-48DF-82E7-21E9D9EF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0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ADD2-14C5-4599-BA3D-12C1F560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C463-F315-42D0-A6FF-079C2F1AC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6189D-EEC8-432A-94CD-4FCA3A052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62D3B-C752-4185-AE4C-91C81547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7F21B-B5C7-451C-BA1D-2C7968746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89931-B83F-42E2-B31C-A87FE258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2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8284-E141-46FF-B5D3-7617895E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CB2F4-D324-4BF8-9481-7AF0568E5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3994A-A827-49F8-8E6A-9FB6E1052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289E4-E0C0-4C27-82C8-B3F189C59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DE9C0B-FD6D-41EC-B9D2-B3BFDCB1A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A241BD-D01A-413F-A88E-6CB454066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C22186-8566-4E26-8E4D-1214950B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807C8-FC85-40F7-B010-07A2373B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8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05E2E-BD26-441C-BB70-D2E18C347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343356-6C7E-4A26-9F57-463471E3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2D557-2A96-4E53-B2E8-46B4AA22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DB882-6EC1-41D1-B4BB-7BA48E2E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6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6B700-6E45-406E-A22E-87D97F25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7ABE4-8DE5-4E41-82B7-ECF645C7B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01FC5-7FF2-402B-ADB0-060B7AED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4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477A-7F2A-44CF-9E5D-7629B463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58B0E-D739-4CE0-9034-EA788551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8B6DD-5C55-4285-97D5-93C30A2CA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B1EB-7D58-4E31-81AF-CCF1715D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30E85-1FCF-4770-B74C-AA54A5EF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74069-D655-4DC9-85DC-B8CCE9B8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9316C-CB78-449E-9E02-10093521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81388-C56C-4F56-A177-1E1550571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826E6-1066-44C6-9938-A6083138A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75AF8F-0264-4819-855C-8A1C06EF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90E9F-7F43-4CC3-B8CB-0665F61B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4AD65-5E04-48B9-A6C7-F1AC4E49D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7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C9803-C1EB-4FBC-849D-839AE671B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7175C-88A0-4E99-B920-A584F526A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BDD3-178C-4BED-9EB0-9625D6B42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64D5-8064-4481-A825-082C5A98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C693A-AB8D-4DB1-A19E-06713E17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15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F41D8-2FD5-4FC3-A9F0-B5725B616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3C0F4-27ED-4319-B946-C0B78BC19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7119B-B0B9-4828-BAA5-48B44BD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1A712-2C59-4C13-8802-36509A5C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02CC5-C57E-4BEA-83E4-47B03A33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9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6B4B3B-C575-4DD9-9FDA-E4E81457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B2A29-33FF-4F5F-8156-180148C03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CA9B0-C62C-427E-9449-A8FE16812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D8D74-8B6E-4C07-BE50-4685DCF3465A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DCDE7-5C9B-425B-B9B9-066C16D87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7E94F-4E02-496D-B306-F51F5B8A7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133C4-A3E9-4117-A42A-6CA0FDEAA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4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support@paypal.com" TargetMode="External"/><Relationship Id="rId2" Type="http://schemas.openxmlformats.org/officeDocument/2006/relationships/hyperlink" Target="mailto:support@paypa1.co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aceb00k-login.com/" TargetMode="External"/><Relationship Id="rId2" Type="http://schemas.openxmlformats.org/officeDocument/2006/relationships/hyperlink" Target="https://facebook.com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0AEE-BB0D-461D-803D-442A85361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5321"/>
            <a:ext cx="9144000" cy="16557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PHISHING AWARENESS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9C49B-59CD-4E0A-96D2-8E5C1F188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5471584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TORITSEJUWE PLEASANT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1C06E-F0A7-4A12-ADB6-FE87CFC2B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725" y="3692394"/>
            <a:ext cx="1645549" cy="15967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CB18FF-E444-4DFE-A312-710BF7809E4C}"/>
              </a:ext>
            </a:extLst>
          </p:cNvPr>
          <p:cNvSpPr txBox="1"/>
          <p:nvPr/>
        </p:nvSpPr>
        <p:spPr>
          <a:xfrm>
            <a:off x="2933700" y="31871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PREPARED BY </a:t>
            </a:r>
          </a:p>
        </p:txBody>
      </p:sp>
    </p:spTree>
    <p:extLst>
      <p:ext uri="{BB962C8B-B14F-4D97-AF65-F5344CB8AC3E}">
        <p14:creationId xmlns:p14="http://schemas.microsoft.com/office/powerpoint/2010/main" val="208174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E511-9A44-4B58-9297-E1EB8BB59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"/>
            <a:ext cx="9144000" cy="77628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8F6B1-B6E7-495A-B880-345669F5F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00" y="1071700"/>
            <a:ext cx="10287000" cy="5652950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PHISHING?</a:t>
            </a: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Phishing is a cyberattack where attackers trick people into revealing sensitive information such as: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Password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Bank details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ATM PINs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OTP codes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Attackers usually use: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 emails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 websites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SMS messages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1604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8B22-DE1C-4680-9EB7-36CEB1963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250"/>
            <a:ext cx="9144000" cy="80486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TYPES OF PHISHING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D979F-E2F7-4EFC-A83D-2AA636920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922" y="1071562"/>
            <a:ext cx="9621078" cy="5519738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COMMON TYPES OF PHISHING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 Phishing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 emails pretending to be from trusted companies</a:t>
            </a:r>
          </a:p>
          <a:p>
            <a:pPr algn="l"/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 Smishing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Phishing through SMS messages</a:t>
            </a:r>
          </a:p>
          <a:p>
            <a:pPr algn="l"/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 Vishing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Phishing through phone calls</a:t>
            </a:r>
          </a:p>
          <a:p>
            <a:pPr algn="l"/>
            <a:endParaRPr lang="en-US" sz="1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 Fake Website</a:t>
            </a:r>
          </a:p>
          <a:p>
            <a:pPr algn="l"/>
            <a:endParaRPr lang="en-US" sz="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Cloned websites used to steal login information</a:t>
            </a:r>
          </a:p>
        </p:txBody>
      </p:sp>
    </p:spTree>
    <p:extLst>
      <p:ext uri="{BB962C8B-B14F-4D97-AF65-F5344CB8AC3E}">
        <p14:creationId xmlns:p14="http://schemas.microsoft.com/office/powerpoint/2010/main" val="263482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7F19-FC09-4A03-A008-2A015880EE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3249"/>
            <a:ext cx="9144000" cy="70050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SIGNS OF PHISHING EMAILS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74002-18F8-43DF-8A35-299822E1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913" y="781878"/>
            <a:ext cx="10310191" cy="607612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HOW TO RECOGNIZE PHISHING EMAILS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Urgent messages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Poor grammar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Suspicious sender address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Unknown attachments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Fake links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Requests for passwords or OTP</a:t>
            </a:r>
          </a:p>
          <a:p>
            <a:pPr algn="l"/>
            <a:r>
              <a:rPr lang="en-US" b="1" dirty="0"/>
              <a:t>Example</a:t>
            </a:r>
          </a:p>
          <a:p>
            <a:pPr algn="l"/>
            <a:r>
              <a:rPr lang="en-US" dirty="0"/>
              <a:t>Fake:</a:t>
            </a:r>
          </a:p>
          <a:p>
            <a:pPr lvl="2" algn="l"/>
            <a:r>
              <a:rPr lang="en-US" dirty="0"/>
              <a:t>Plain text</a:t>
            </a:r>
          </a:p>
          <a:p>
            <a:pPr lvl="2" algn="l"/>
            <a:r>
              <a:rPr lang="en-US" dirty="0">
                <a:hlinkClick r:id="rId2"/>
              </a:rPr>
              <a:t>support@paypa1.com</a:t>
            </a:r>
            <a:endParaRPr lang="en-US" dirty="0"/>
          </a:p>
          <a:p>
            <a:pPr algn="l"/>
            <a:r>
              <a:rPr lang="en-US" dirty="0"/>
              <a:t>Real:</a:t>
            </a:r>
          </a:p>
          <a:p>
            <a:pPr lvl="2" algn="l"/>
            <a:r>
              <a:rPr lang="en-US" dirty="0"/>
              <a:t>Plain text</a:t>
            </a:r>
          </a:p>
          <a:p>
            <a:pPr lvl="2" algn="l"/>
            <a:r>
              <a:rPr lang="en-US" dirty="0">
                <a:hlinkClick r:id="rId3"/>
              </a:rPr>
              <a:t>support@paypal.com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63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8240-2A31-4BB5-8A65-D8E577FCC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017"/>
            <a:ext cx="9144000" cy="68725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 WEBSITES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6B70D-6FDE-49E3-AA20-080BEBBF8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903" y="967409"/>
            <a:ext cx="10389705" cy="5618921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IDENTIFY FAKE WEBSITES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Wrong spelling in URLs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HTTPS security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website design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Pop-up requests for passwords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Strange payment requests</a:t>
            </a:r>
          </a:p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Real:</a:t>
            </a:r>
          </a:p>
          <a:p>
            <a:pPr lvl="1"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Plain text</a:t>
            </a:r>
          </a:p>
          <a:p>
            <a:pPr lvl="1"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/>
              </a:rPr>
              <a:t>https://facebook.com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Fake:</a:t>
            </a:r>
          </a:p>
          <a:p>
            <a:pPr lvl="1"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Plain text</a:t>
            </a:r>
          </a:p>
          <a:p>
            <a:pPr lvl="1"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https://faceb00k-login.com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681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459F-4EB2-4FF7-86CA-F25238FF9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110"/>
            <a:ext cx="9144000" cy="64207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8AD15-BACE-4771-AA5C-86807C10A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0655" y="942108"/>
            <a:ext cx="10058400" cy="5043056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IS SOCIAL ENGINEERING?</a:t>
            </a: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Social engineering means manipulating people psychologically.</a:t>
            </a:r>
          </a:p>
          <a:p>
            <a:pPr algn="l"/>
            <a:endParaRPr lang="en-US" sz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Attackers use: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Urgency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Fake rewards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Trust</a:t>
            </a:r>
          </a:p>
          <a:p>
            <a:pPr algn="l"/>
            <a:endParaRPr lang="en-US" sz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</a:t>
            </a: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“Your bank account will be blocked today”</a:t>
            </a:r>
          </a:p>
        </p:txBody>
      </p:sp>
    </p:spTree>
    <p:extLst>
      <p:ext uri="{BB962C8B-B14F-4D97-AF65-F5344CB8AC3E}">
        <p14:creationId xmlns:p14="http://schemas.microsoft.com/office/powerpoint/2010/main" val="64349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9A7E-B8BE-47BC-BD71-2870E9164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5527"/>
            <a:ext cx="9144000" cy="64207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BEST PRACTICES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B4FE2-7FD0-427F-A4AE-EC56ADA3D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218" y="1066799"/>
            <a:ext cx="9947564" cy="495992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TO STAY SAFE</a:t>
            </a:r>
          </a:p>
          <a:p>
            <a:pPr algn="l"/>
            <a:endParaRPr lang="en-US" sz="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c lick suspicious links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Verify email senders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 strong passwords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Enable Two-Factor Authentication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Keep software updated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Avoid public Wi-Fi for banking</a:t>
            </a:r>
          </a:p>
        </p:txBody>
      </p:sp>
    </p:spTree>
    <p:extLst>
      <p:ext uri="{BB962C8B-B14F-4D97-AF65-F5344CB8AC3E}">
        <p14:creationId xmlns:p14="http://schemas.microsoft.com/office/powerpoint/2010/main" val="2322613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F770-96B5-4755-B83F-903B24657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2034"/>
            <a:ext cx="9144000" cy="64749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REAL-LIFE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6E716-CBAE-4EF5-BCAD-B00ABAE25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939" y="993913"/>
            <a:ext cx="9899374" cy="426388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EXAMPLE SCENARIO</a:t>
            </a: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victim receives:</a:t>
            </a:r>
          </a:p>
          <a:p>
            <a:pPr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“Your WhatsApp account will expire today”</a:t>
            </a:r>
          </a:p>
          <a:p>
            <a:pPr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victim clicks the links and enters login details on a fake website.</a:t>
            </a:r>
          </a:p>
          <a:p>
            <a:pPr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attacker steals the account.</a:t>
            </a:r>
          </a:p>
        </p:txBody>
      </p:sp>
    </p:spTree>
    <p:extLst>
      <p:ext uri="{BB962C8B-B14F-4D97-AF65-F5344CB8AC3E}">
        <p14:creationId xmlns:p14="http://schemas.microsoft.com/office/powerpoint/2010/main" val="367430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DA17-4803-41B0-9D3D-4BC6AC900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20989"/>
          </a:xfrm>
        </p:spPr>
        <p:txBody>
          <a:bodyPr>
            <a:normAutofit/>
          </a:bodyPr>
          <a:lstStyle/>
          <a:p>
            <a:r>
              <a:rPr lang="en-US" sz="3600" b="1" kern="1800" dirty="0">
                <a:effectLst/>
                <a:latin typeface="Tahoma" panose="020B0604030504040204" pitchFamily="34" charset="0"/>
                <a:ea typeface="Times New Roman" panose="02020603050405020304" pitchFamily="18" charset="0"/>
              </a:rPr>
              <a:t>Quiz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32D0E3-CAC5-4081-8D7C-8F5E1C4A1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3426" y="715617"/>
            <a:ext cx="10084904" cy="5989983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Quiz Time</a:t>
            </a:r>
          </a:p>
          <a:p>
            <a:pPr algn="l"/>
            <a:endParaRPr lang="en-US" sz="600" b="1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is a sign of phishing?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A. HTTPS security</a:t>
            </a:r>
            <a:b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B. Urgent warning messages</a:t>
            </a:r>
            <a:b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C. Official domain</a:t>
            </a:r>
            <a:b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Verified account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dirty="0"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should you do before clicking a link?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the URL first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671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9F94-D0F0-40BF-BF97-844B02E0D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530"/>
            <a:ext cx="9144000" cy="63424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A4453-0645-462A-A041-FFB4CBA2A9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940903"/>
            <a:ext cx="9144000" cy="522135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  <a:p>
            <a:pPr algn="l"/>
            <a:endParaRPr lang="en-US" sz="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Phishing attacks are common but preventable.</a:t>
            </a:r>
          </a:p>
          <a:p>
            <a:pPr algn="l"/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Always:</a:t>
            </a:r>
          </a:p>
          <a:p>
            <a:pPr algn="l"/>
            <a:endParaRPr lang="en-US" sz="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Think before clicking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Verify websites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Protect personal information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Stay cybersecurity aware</a:t>
            </a:r>
          </a:p>
        </p:txBody>
      </p:sp>
    </p:spTree>
    <p:extLst>
      <p:ext uri="{BB962C8B-B14F-4D97-AF65-F5344CB8AC3E}">
        <p14:creationId xmlns:p14="http://schemas.microsoft.com/office/powerpoint/2010/main" val="3936478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</TotalTime>
  <Words>345</Words>
  <Application>Microsoft Office PowerPoint</Application>
  <PresentationFormat>Widescreen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Office Theme</vt:lpstr>
      <vt:lpstr>PHISHING AWARENESS TRAINING</vt:lpstr>
      <vt:lpstr>INTRODUCTION</vt:lpstr>
      <vt:lpstr>TYPES OF PHISHING </vt:lpstr>
      <vt:lpstr>SIGNS OF PHISHING EMAILS</vt:lpstr>
      <vt:lpstr>FAKE WEBSITES</vt:lpstr>
      <vt:lpstr>SOCIAL ENGINEERING</vt:lpstr>
      <vt:lpstr>BEST PRACTICES</vt:lpstr>
      <vt:lpstr>REAL-LIFE EXAMPLE</vt:lpstr>
      <vt:lpstr>Quiz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Toritsejuwe</dc:creator>
  <cp:lastModifiedBy>Toritsejuwe</cp:lastModifiedBy>
  <cp:revision>7</cp:revision>
  <dcterms:created xsi:type="dcterms:W3CDTF">2026-05-09T08:50:35Z</dcterms:created>
  <dcterms:modified xsi:type="dcterms:W3CDTF">2026-05-17T21:40:40Z</dcterms:modified>
</cp:coreProperties>
</file>